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Tiara CRM · WhatsApp Sales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0" y="6537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salesai.prestisa.net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Tiara CRM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Sales AI untuk Toko Bunga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24/7 + sales pipeline visibility + operator productivity toolkit.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di atas WhatsApp existing, hosted di server kamu sendiri.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1.1 · Mei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Toko Bunga Online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chat tinggi, tim terbatas, conversion lambat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= lost sales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nggak sempat balas semua chat → 30-50% inquiry hilang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323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Capek jawab pertanyaan repetitif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1031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waktu operator habis untuk FAQ harga/ongkir/jam buka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tahu deal stuck di mana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6576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conversion tak ke-detect — apakah AI sering kirim form tapi customer jarang submit?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3232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Komplain telat di-handle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6576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kasih review buruk publik → reputation damage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54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28016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customer tersebar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52120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single source of truth → operasional rapuh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6634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754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13232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scale, takut hire 5 operator baru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52120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tergerus, operasional kompleks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Tiara CRM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WhatsApp sales platform untuk florist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Customer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Balas WA &lt;30 detik 24/7 oleh AI "Tiara"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Info harga/stok/ongkir akurat (KB-grounded)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Order form prefilled — tinggal submit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Reminder bayar otomatis 2 jam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Konfirmasi paid + H-1 + H+1 CSAT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👨‍💼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Operator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Inbox terpadu + AI suggest + perhalus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Quick template + snippet pribadi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Customer 360 lengkap (orders, recipients, kategori)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Tasks + @mention kolaborasi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Bulk action (assign/snooze/stage/close)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155448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23544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Owner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Sales pipeline kanban + forecast revenue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Heatmap respon time + cohort retention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Operator performance leaderboard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quality scoring weekly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Daily brief Telegram pukul 09:00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Tiara AI vs Hire 5 Operator Manual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quality comparison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75488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Operator 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Tiara CRM (1-2 op + 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bulanan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25-40jt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8-12jt + LLM ~Rp 2jt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2-15 menit (peak 1+ jam)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 detik konsisten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24/7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(shift)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— AI tidak tidur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Konsistensi 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Variatif per 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terkontrol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follow-up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 note / WA pribadi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Auto-reminder +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halusinasi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Tergantung pengalaman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KB-grounded + confidence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Skalabilitas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(2× chat = 2× hire)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Sub-linear (AI handle 80% rutin)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op baru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minggu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hari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Tiara TIDAK menggantikan operator 100% — untuk negosiasi/komplain/custom price tetap handover ke manusia.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eliminasi 60-80% pertanyaan rutin supaya operator fokus ke deal high-value.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Terpadu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chat WhatsApp di 1 layar</a:t>
            </a:r>
            <a:endParaRPr lang="en-US" sz="1600" dirty="0"/>
          </a:p>
        </p:txBody>
      </p:sp>
      <p:pic>
        <p:nvPicPr>
          <p:cNvPr id="4" name="Image 0" descr="/home/krttpt/crm/docs/assets/screenshots/01-inbox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29768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 / queue / tag / pipeline stage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intent classification AI (order_intent, pricing, complaint…)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 (assign, snooze, set stage, tag, close — sekaligus)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 via Socket.IO (no refresh)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push notification + bell unread badge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Kanban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stage + Lost taxonomy, auto-transition dari event</a:t>
            </a:r>
            <a:endParaRPr lang="en-US" sz="1600" dirty="0"/>
          </a:p>
        </p:txBody>
      </p:sp>
      <p:pic>
        <p:nvPicPr>
          <p:cNvPr id="4" name="Image 0" descr="/home/krttpt/crm/docs/assets/screenshots/02-pipeline-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29768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Baru → Tertarik → Form Dikirim → Submitted → Paid → Delivered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Auto-transition dari event (intent classifier, build_order_form_url, MySQL)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manual override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expected revenue × probability per stage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Lost reason: no_reply, harga, kompetitor, produk_tidak_cocok, dll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Bird-eye view performa AI, operator, conversion</a:t>
            </a:r>
            <a:endParaRPr lang="en-US" sz="1600" dirty="0"/>
          </a:p>
        </p:txBody>
      </p:sp>
      <p:pic>
        <p:nvPicPr>
          <p:cNvPr id="4" name="Image 0" descr="/home/krttpt/crm/docs/assets/screenshots/03-ai-mon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29768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today (in/AI/operator/cost)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timeline chart + heatmap respon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performance per-staff (sent, respon, CSAT, AI corrections)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 — AI vs operator handled (30/60/90d)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 + Pipeline summary 30d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Notifications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productivity suite v2</a:t>
            </a:r>
            <a:endParaRPr lang="en-US" sz="1600" dirty="0"/>
          </a:p>
        </p:txBody>
      </p:sp>
      <p:pic>
        <p:nvPicPr>
          <p:cNvPr id="4" name="Image 0" descr="/home/krttpt/crm/docs/assets/screenshots/12-tas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29768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per-conv atau standalone, due datetime + 4-state workflow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Auto-reminder 1 jam sebelum due → in-app + Telegram personal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comments + @mention live autocomplete (operator-only)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notification dengan unread badge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personal binding untuk notif HP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Settings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persona, multi-LLM, multi-channel Telegram</a:t>
            </a:r>
            <a:endParaRPr lang="en-US" sz="1600" dirty="0"/>
          </a:p>
        </p:txBody>
      </p:sp>
      <p:pic>
        <p:nvPicPr>
          <p:cNvPr id="4" name="Image 0" descr="/home/krttpt/crm/docs/assets/screenshots/04-ai-sett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29768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provider switch live (Claude / OpenAI / Gemini)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editor — edit prompt + version + rollback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multi-channel (SLA / Anomaly / Brief)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cap — auto-handover saat budget habis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per-conv — operator review sebelum kirim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Self-Improving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 KB topic dari handover gap</a:t>
            </a:r>
            <a:endParaRPr lang="en-US" sz="1600" dirty="0"/>
          </a:p>
        </p:txBody>
      </p:sp>
      <p:pic>
        <p:nvPicPr>
          <p:cNvPr id="4" name="Image 0" descr="/home/krttpt/crm/docs/assets/screenshots/05-knowled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29768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topic dengan semantic search via embeddings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Auto-captured pertanyaan customer saat handover low_confidence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approve → langsung jadi KB topic baru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pakai kb_search tool untuk query natural language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langsung di UI tanpa redeploy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Snippets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lebih cepat — global + per-operator</a:t>
            </a:r>
            <a:endParaRPr lang="en-US" sz="1600" dirty="0"/>
          </a:p>
        </p:txBody>
      </p:sp>
      <p:pic>
        <p:nvPicPr>
          <p:cNvPr id="4" name="Image 0" descr="/home/krttpt/crm/docs/assets/screenshots/06-reply-templ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29768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global — shared semua operator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 pribadi — per-operator (signature, personal style)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sama: ketik /shortcut di composer → autocomplete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chips — top 6 template di atas composer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1-tap insert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+ Pipeline Type Mapping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conversation + auto-detect deal type</a:t>
            </a:r>
            <a:endParaRPr lang="en-US" sz="1600" dirty="0"/>
          </a:p>
        </p:txBody>
      </p:sp>
      <p:pic>
        <p:nvPicPr>
          <p:cNvPr id="4" name="Image 0" descr="/home/krttpt/crm/docs/assets/screenshots/07-ta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29768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Auto-tagging oleh AI berdasar intent classifier (✨ icon)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bisa map ke pipeline type (mis. "Wedding-2026" → wedding)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Per-tag SLA override (VIP → 5 menit, default → 15 menit)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overlay otomatis di AI persona berdasar tag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add/remove tag via inbox toolbar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+ Profil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+ Telegram personal</a:t>
            </a:r>
            <a:endParaRPr lang="en-US" sz="1600" dirty="0"/>
          </a:p>
        </p:txBody>
      </p:sp>
      <p:pic>
        <p:nvPicPr>
          <p:cNvPr id="4" name="Image 0" descr="/home/krttpt/crm/docs/assets/screenshots/10-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6858000" cy="429768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admin / operator / viewer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password, disable user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Presence: dot hijau saat operator online (heartbeat 45s)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login tracking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pribadi: opt-in Telegram chat ID untuk notif HP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bunga 5,700 chat/hari · 350 unique customer/hari · AOV Rp 500k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Baseline (manual)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operator × Rp 5jt = Rp 25jt/bulan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Conversion rate ~10% (35 order/hari)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1,050 order/bulan × Rp 500k = Rp 525jt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response peak hour (&gt;15 menit)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ada visibility funnel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Setelah Tiara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operator + AI = Rp 14jt/bulan total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Conversion rate 13-15% (~150 order extra)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4747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~Rp 600jt + LTV naik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069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 &lt;30 detik konsisten 24/7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6634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visibility lengkap + auto follow-up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852160"/>
            <a:ext cx="1124712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Net uplift bulan pertama: Rp 11jt saving + Rp 75jt revenue tambahan = ~Rp 86jt/bulan · ROI break-even &lt;30 hari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Tahan banting + privacy-first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Anti-ban WhatsApp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Typing indicator natural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reply delay 2-9s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Hourly + daily send-rate caps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Warmup mode untuk nomor baru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Quiet hours (Asia/Jakarta)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Spam contact filter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Compliance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Self-hosted di server kamu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PII scrubbing built-in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429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Operator audit trail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4023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ada cloud SaaS pihak ke-3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617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Backup harian 02:30 WIB (14 hari)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5212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provider opt-out training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155448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0" y="2240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 20 + Express 5 + PostgreSQL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14 + Tailwind + SWR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3429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Sonnet + Gemini Flash + OpenAI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023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Self-hosted WAHA (siap migrasi Meta API)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4617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Caddy auto-HTTPS + PM2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5212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realtime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live · In design · Long-term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(v1 + v2)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+ chat detail (AI suggest, perhalus, katalog)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kanban + forecast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 lengkap (operator perf, cohort, funnel)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self-improving + RAG embeddings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+ multi-channel Telegram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+ facts extracted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comms (paid/H-1/H+1 CSAT)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+ notifications + @mention (v2)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personal binding (v2)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55448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Sub-project 3 (in design)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builder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workflow engine (trigger → actions)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journey templates: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Birthday / anniversary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Win-back churned customer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Post-purchase nurture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Abandoned cart enhanced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155448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Long-term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953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+ voucher 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9536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subscription delivery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9536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 migration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 integration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9536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ke marketplace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Tanya Jawab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live, atur demo akun, atau diskusi customization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salesai.prestisa.net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finance.parselia@gmail.com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Manual: salesai.prestisa.net/docs/Tiara-CRM-Manual.pdf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Marketing PDF: salesai.prestisa.net/docs/Tiara-CRM-Marketing.pdf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Tiara CRM dibangun untuk Prestisa, dapat di-customize untuk toko bunga / florist lain dengan workflow serupa.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Prestisa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Tiara CRM — WhatsApp Sales AI</dc:title>
  <dc:subject>Product &amp; Features Overview</dc:subject>
  <dc:creator>Tiara CRM</dc:creator>
  <cp:lastModifiedBy>Tiara CRM</cp:lastModifiedBy>
  <cp:revision>1</cp:revision>
  <dcterms:created xsi:type="dcterms:W3CDTF">2026-05-02T10:14:49Z</dcterms:created>
  <dcterms:modified xsi:type="dcterms:W3CDTF">2026-05-02T10:14:49Z</dcterms:modified>
</cp:coreProperties>
</file>