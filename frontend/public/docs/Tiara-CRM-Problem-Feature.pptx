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Tiara CRM — Prestisa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6446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Feature Summary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78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Tiara CRM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Feature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fitur lahir dari masalah operasional nyata — bukan feature for feature's sake.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fitur, 1 platform, 1 backend — dari handle 5,700 inbound/hari sampai 1-on-1 coaching.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Reply Engine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overwhelmed: ~5,700 inbound/hari, balas manual nggak skalabel — customer nunggu, kompetitor lebih cepat.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3212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"Tiara" auto-reply dengan persona santai + Indonesian-aware. Tool calling: search produk, cek order, kirim ongkir. Sub-2s response p50.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generic terlalu sering ngarang harga / janji ETA spesifik / sebut produk yang nggak ada.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2651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6517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aiGuardrails reject reply yang sebut harga di luar tool result, hesitation phrase, atau ETA spesifik. Forced retry atau handover.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tanya berulang topik yang sama tapi AI balas inkonsisten.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931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topik (faq) di Postgres + Gemini embedding semantic search. Operator edit jawaban tanpa redeploy.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52120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nggak tahu AI lagi nge-reply atau perlu intervensi.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5212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217920" y="484632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52120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/ai-monitor live dashboard: cost, latency, handover rate, model usage breakdown.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Co-Pilot Mode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 AI bikin operator merasa kehilangan kontrol; sebagian customer butuh human touch.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3212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Auto ↔ Co-Pilot. Di Co-Pilot, AI generate 4 saran reply (3 dari case library + 1 AI synthesis), operator pick / edit / send.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auto-reply per inbound mahal kalau cuma "halo" "iya" "ok".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2651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6517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suggestion: tidak auto-generate. Tombol "✨ Generate" di chat detail — operator klik kalau perlu.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yang baru handle topik tertentu nggak tahu standard reply.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931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library (crm_reply_templates) jadi sumber 3 dari 4 saran. Pattern matching by intent + regex; admin tambah case via /knowledge.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52120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feedback loop — manager nggak tahu apakah saran AI berguna atau nggak.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5212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217920" y="484632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52120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crm_suggestion_log track usage_type (raw/edited/manual), edit_distance, pick_latency. Phase 3 dashboard pakai data ini untuk score operator.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Lead Distribution + Authentik SSO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chat masuk ke 1 inbox shared — nobody owns, response slow, double-handle.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3212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distribute on first inbound: phone in DB → retention staff (least-busy). Phone baru → acquisition. Other roles see all.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per-app pakai password lokal — admin lupa, security inconsistent across 17+ internal apps.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2651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6517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Authentik SSO via Caddy forward_auth. Login sekali, akses semua app. Group → role auto-mapping (super_admin/finance → admin; cs → operator).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susah liat siapa lagi nganggur, siapa kelebihan beban.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931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/lead-distribution page: real-time staff load (open conv per orang), today distribution counts per role, manual reassign dropdown.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52120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distribution kadang nggak sempurna — perlu admin override beberapa case.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5212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217920" y="484632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52120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Auto/Manual mode. Manual mode: semua chat antri di unassigned, admin distribute satu-satu.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Lead Temperature Classifier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nggak tau prioritas — high-intent customer (mau bayar) sama dengan FAQ tanya jam buka.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3212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Hot / 🌤️ Warm / 🧊 Cold per chat. Rule-based dari intent classifier + keyword (transfer/budget/deadline/OK) + behavior (klik order URL, multi-turn) + recency decay.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lead bisa "dingin" cepat kalau nunggu lama — risk lose deal.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2651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6517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hotLeadAlert cron 1-min: hot lead unanswered ≥3 min → Telegram ke operator owner; ≥5 min → eskalasi supervisor.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board flat — semua card kelihatan sama prioritasnya.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931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card border kanan: rose untuk hot, amber untuk warm. Inbox sortable by temperature. Chat header tampil score (e.g. 🔥 Hot · 82).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52120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nggak punya data buat tuning prioritas.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5212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217920" y="484632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52120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leadTempDecay cron 5-min recompute semua active conv. crm_conversations.lead_score jadi feed untuk supervisor scoring.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Supervisor Scoring + Red Flags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nggak punya cara objektif assess operator performance — semua subjektif.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3212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composite score 0-100 per agent: 25% conversion + 20% response time + 15% CSAT + 15% suggestion usage + penalty per red flag. 4-tier (Excellent/Solid/Needs/Coaching).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slow respond, miss followup, sebut diskon yang nggak ada — nggak ada yang nge-track.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2651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6517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deterministic red flag rules: slow_first_response, missed_followup, suggestion_deviation, csat_low, discount_unauthorized, pii_leak, policy_violation, dll. Critical → Telegram push; high → hourly digest.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ad-hoc, nggak terdokumentasi — lupa siapa yang lagi 1-on-1, siapa probation.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931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tag per agent: 1-on-1 scheduled / Remediation / Probation. Tampil sebagai banner di drilldown + chip di table.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52120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butuh konteks per insiden, bukan cuma angka aggregate.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5212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217920" y="484632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52120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/supervisor/[staffId] drilldown: 30-day score history, red flag log dengan resolve modal + note, suggestion usage timeline.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Retention / Lifecycle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sudah pernah order tapi 30/60/90 hari nggak chat — terlupakan, kompetitor ambil alih.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3212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detection 3-tier (warm 30d, cold 60d, dead 90d). Auto WA blast template tier-appropriate. Reply auto-route ke retention staff.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+ anniversary momen yang sangat profitable tapi nggak ada yang inget.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2651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6517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Moments cron: scan order_items.occasion = Anniversary/Birthday, tampil 7-14 hari sebelum, generate reminder template dengan nama receiver.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sudah lost (cancel / no-show) — biasanya hilang selamanya tanpa upaya win-back.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931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Win-back: pipeline_stage=lost dalam 60d → generate single-use 15% promo code (valid 14d) + auto WA dengan kode embedded.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52120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blast risiko spam / WA ban kalau kirim asal.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5212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217920" y="484632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52120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/retention review UI — semua draft paused untuk admin approve per-row atau bulk per-kind sebelum fire. Cron daily disabled by default.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B2B Sequenced Outreach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B2B reactive — nunggu prospect kontak. Funnel kosong.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3212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outreach campaign: filter B2B customer di MySQL (date range, total spent), preview prospect, draft 3-step sequence (intro → reminder → break-up).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sequencing capek — gampang lupa step ke-2 ke-3, miss timing.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2651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6517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b2bTickCron 15-min advance otomatis. Prospect status: pending → in_progress → replied/opted_out/completed. Setiap step dischedule berdasarkan delay_days.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WA risiko ban kalau customer marah / report.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931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message footer "Balas STOP untuk berhenti". Tick check ai_paused_until → auto opt-out. Reply detected → stop sequence, route ke retention.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52120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nggak tahu campaign mana yang work, mana yang flat.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5212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217920" y="484632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52120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/b2b-outreach detail page: total/replied/opted_out/done counts per campaign. Per-prospect table dengan status + step + timing.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Operations Infrastructure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runaway risk — kalau bug atau abuse bisa tagihan jutaan dalam sehari.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3212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cap setting daily_cost_cap_usd. costGuard cron monitor; over cap → AI handover ke operator + Telegram alert.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buruk / repeat question / dangerous intent susah detect manual.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2651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6517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Pre-classifier (Gemini Flash, ~500ms) klasifikasi intent + sentiment + danger flag sebelum reply. handover rules: refund/cancel/explicit_request_human.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 — customer tanya hal yang AI nggak tau, jawaban inconsistent antar operator.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931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kbDraftBuilder auto-capture pertanyaan low-confidence ke crm_kb_drafts. kbRefresh cron cluster duplicate (cosine ≥0.85) + auto-draft answer untuk freq ≥2.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52120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table tumbuh tanpa batas — backup membengkak, query lambat.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5212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217920" y="484632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52120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cron daily: suggestion_log 90d, red_flags 365d, hot_lead_alerts 90d, link_events 90d. Hemat storage, jaga query speed.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WhatsApp Integration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Resmi WA Business API mahal + slow approval; community libraries unstable.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3212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WAHA self-hosted: container Docker, 1 nomor 1 session, REST API + webhook. Multi-session ready (Phase 2 future).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pakai @lid (privacy mode) — display "12345...@lid" cryptic dan nggak bisa di-track.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2651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6517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isLidPhone() detect + masquerade ke "🔒 No. privasi" di UI. Operator bisa "Set No." manual untuk bind ke nomor real.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kirim foto / dokumen — original WAHA URL ekspirasi cepat, history hilang.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931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ingest mirror media ke uploads/ lokal pakai random nonce filename. History tetap accessible meski WAHA evict cache.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52120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cek "delivered" tapi pesan diabaikan AI (sengaja paused) — kelihatan rude.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5212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217920" y="484632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52120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sendSeen di-fire asap setelah ingest (✓✓ blue) terlepas dari AI on/off. Customer nggak pernah lihat pesan stuck di "✓".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B9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Tiara CRM = 9 areas, 1 platform, 0 vendor lock-in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0" cy="1188720"/>
          </a:xfrm>
          <a:prstGeom prst="roundRect">
            <a:avLst>
              <a:gd name="adj" fmla="val 11538"/>
            </a:avLst>
          </a:prstGeom>
          <a:solidFill>
            <a:srgbClr val="04785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5,700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inbound/hari ditangani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280160"/>
            <a:ext cx="3657600" cy="1188720"/>
          </a:xfrm>
          <a:prstGeom prst="roundRect">
            <a:avLst>
              <a:gd name="adj" fmla="val 11538"/>
            </a:avLst>
          </a:prstGeom>
          <a:solidFill>
            <a:srgbClr val="04785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371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customer/hari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321040" y="1280160"/>
            <a:ext cx="3657600" cy="1188720"/>
          </a:xfrm>
          <a:prstGeom prst="roundRect">
            <a:avLst>
              <a:gd name="adj" fmla="val 11538"/>
            </a:avLst>
          </a:prstGeom>
          <a:solidFill>
            <a:srgbClr val="04785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1371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50392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 rules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657600" cy="1188720"/>
          </a:xfrm>
          <a:prstGeom prst="roundRect">
            <a:avLst>
              <a:gd name="adj" fmla="val 11538"/>
            </a:avLst>
          </a:prstGeom>
          <a:solidFill>
            <a:srgbClr val="04785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43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topik (semantic search)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2651760"/>
            <a:ext cx="3657600" cy="1188720"/>
          </a:xfrm>
          <a:prstGeom prst="roundRect">
            <a:avLst>
              <a:gd name="adj" fmla="val 11538"/>
            </a:avLst>
          </a:prstGeom>
          <a:solidFill>
            <a:srgbClr val="04785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743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7200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 background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2651760"/>
            <a:ext cx="3657600" cy="1188720"/>
          </a:xfrm>
          <a:prstGeom prst="roundRect">
            <a:avLst>
              <a:gd name="adj" fmla="val 11538"/>
            </a:avLst>
          </a:prstGeom>
          <a:solidFill>
            <a:srgbClr val="04785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743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50392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(self-host)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Node 20 · Express 5 · PostgreSQL · MySQL · Next.js 14 · Tailwind v3 · Claude/Gemini/OpenAI · WAHA · Authentik SSO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fitur ada di sini karena ada problem operasional yang menuntutnya — bukan karena trend AI atau hype.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finance.parselia@gmail.com  ·  Mei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Prestisa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Tiara CRM — Problem → Feature Summary</dc:title>
  <dc:subject>How each feature solves a real operational problem</dc:subject>
  <dc:creator>Tiara CRM</dc:creator>
  <cp:lastModifiedBy>Tiara CRM</cp:lastModifiedBy>
  <cp:revision>1</cp:revision>
  <dcterms:created xsi:type="dcterms:W3CDTF">2026-05-03T14:56:03Z</dcterms:created>
  <dcterms:modified xsi:type="dcterms:W3CDTF">2026-05-03T14:56:03Z</dcterms:modified>
</cp:coreProperties>
</file>